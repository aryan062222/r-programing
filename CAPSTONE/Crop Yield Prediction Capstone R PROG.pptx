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12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5943600" cy="5943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754880"/>
            <a:ext cx="4480560" cy="4480560"/>
          </a:xfrm>
          <a:prstGeom prst="ellipse">
            <a:avLst/>
          </a:prstGeom>
          <a:solidFill>
            <a:srgbClr val="255C29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577840"/>
            <a:ext cx="2834640" cy="2834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Learning-Based Crop Yield Prediction Using 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46304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D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statistical learning and predictive modeling in R to forecast agricultural crop yield from historical and environmental data.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Introduction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crop yield prediction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82296" cy="822960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09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yields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agencies struggle to anticipate crop output due to fluctuating weather, soil, and farming conditions.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82296" cy="822960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614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estimation is unreliable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forecasting relies on experience-based guesswork rather than data-driven analysis.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82296" cy="822960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130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decision-making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early yield estimates, planning for supply chains, pricing, and resource allocation suffers.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82296" cy="822960"/>
          </a:xfrm>
          <a:prstGeom prst="rect">
            <a:avLst/>
          </a:prstGeom>
          <a:solidFill>
            <a:srgbClr val="D69A2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64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Underused agricultural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temperature, soil nutrients, and historical yield data are collected but rarely modeled effectively.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173736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4231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reliable ML model in R that predicts crop yield from historical and environmental data — enabling proactive, data-driven agricultural decisions.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80960" y="4160520"/>
            <a:ext cx="3566160" cy="0"/>
          </a:xfrm>
          <a:prstGeom prst="line">
            <a:avLst/>
          </a:prstGeom>
          <a:noFill/>
          <a:ln w="12700">
            <a:solidFill>
              <a:srgbClr val="D7D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444398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6992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 </a:t>
            </a: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guesswork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490118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4791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 </a:t>
            </a: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535838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936992" y="52486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 </a:t>
            </a: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regions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Problem Statement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and Preprocessing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historical crop yield records, rainfall, temperature, humidity, and soil nutrient data from agricultural and meteorological sources.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75234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0723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and correct inconsistent entries using R packages such as dplyr and tidyr.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7398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599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meaningful predictors (e.g. rainfall averages, growing-season length) and encode categorical variables like crop type and season.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45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7274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Splitting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474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 and split the dataset into training and testing sets to prepare for model development.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Module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Development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explored in 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109728" cy="109728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2505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relating yield to environmental predictors.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5156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for non-linear yield relationships (randomForest package).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9120"/>
            <a:ext cx="109728" cy="109728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297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Regression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46085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model for complex, high-dimensional patterns (e1071 package).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440680"/>
            <a:ext cx="109728" cy="109728"/>
          </a:xfrm>
          <a:prstGeom prst="ellipse">
            <a:avLst/>
          </a:prstGeom>
          <a:solidFill>
            <a:srgbClr val="D69A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349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(XGBoost)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51560" y="5660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 for high accuracy on structured agricultural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B3B1D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WORKFLOW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42316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404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training (80%) and testing (20%) sets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308152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3063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candidate models on the training 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739896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7216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via cross-validation (caret)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398264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4379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RMSE and R² on held-out data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05663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50383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best-performing model for deployment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Module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08760" y="530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Yield Prediction and Evaluation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generates yield predictions on unseen data, which are then evaluated against actual recorded yields using standard regression metrics.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yield variance explained by the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q/ha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1772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between predicted and actual yield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7F8F5"/>
          </a:solidFill>
          <a:ln w="12700">
            <a:solidFill>
              <a:srgbClr val="E3E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q/ha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deviation of predictions from actual yield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0"/>
          </a:xfrm>
          <a:prstGeom prst="line">
            <a:avLst/>
          </a:prstGeom>
          <a:noFill/>
          <a:ln w="12700">
            <a:solidFill>
              <a:srgbClr val="E3E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(Random Forest, XGBoost) consistently outperformed linear regression, confirming that crop yield depends on non-linear interactions between rainfall, temperature, and soil quality.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Module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 script — model training &amp; evaluation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858000" cy="4892040"/>
          </a:xfrm>
          <a:prstGeom prst="roundRect">
            <a:avLst>
              <a:gd name="adj" fmla="val 1869"/>
            </a:avLst>
          </a:prstGeom>
          <a:solidFill>
            <a:srgbClr val="10240F"/>
          </a:solidFill>
          <a:ln w="12700">
            <a:solidFill>
              <a:srgbClr val="2E4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146304" cy="146304"/>
          </a:xfrm>
          <a:prstGeom prst="ellipse">
            <a:avLst/>
          </a:prstGeom>
          <a:solidFill>
            <a:srgbClr val="E86C6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691640"/>
            <a:ext cx="146304" cy="146304"/>
          </a:xfrm>
          <a:prstGeom prst="ellipse">
            <a:avLst/>
          </a:prstGeom>
          <a:solidFill>
            <a:srgbClr val="F0BE4D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1691640"/>
            <a:ext cx="146304" cy="146304"/>
          </a:xfrm>
          <a:prstGeom prst="ellipse">
            <a:avLst/>
          </a:prstGeom>
          <a:solidFill>
            <a:srgbClr val="3EBD5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6400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library(caret)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library(randomForest)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&lt;- read.csv("crop_yield.csv")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&lt;- na.omit(data)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  &lt;- createDataPartition(data$yield, p = 0.8, list = FALSE)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data[idx, ]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&lt;- data[-idx, ]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randomForest(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~ rainfall + temperature + humidity + soil_ph,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= train, ntree = 500, importance = TRUE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&lt;- predict(model, newdata = test)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&lt;- sqrt(mean((pred - test$yield)^2))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&lt;- cor(pred, test$yield)^2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cat("RMSE:", round(rmse, 2), "\n")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cat("R-squared:", round(r2, 3), "\n")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1812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057400"/>
            <a:ext cx="118872" cy="1188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clean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65008" y="22311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dataset and removes rows with missing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971800"/>
            <a:ext cx="118872" cy="1188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065008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65008" y="31455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80% training / 20% testing with caret.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3886200"/>
            <a:ext cx="118872" cy="1188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65008" y="40599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500-tree Random Forest on climate and soil features.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4800600"/>
            <a:ext cx="118872" cy="1188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8065008" y="4681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65008" y="49743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RMSE and R² to quantify prediction accuracy.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proved to be an effective platform for end-to-end crop yield modeling — from data cleaning to evaluation.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methods, particularly Random Forest, delivered the strongest predictive accuracy (R² ≈ 0.87).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features — rainfall, temperature, and soil pH — emerged as the most influential predictors.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model gives farmers and planners a practical, data-driven early estimate of expected yield.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22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6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with satellite imagery and real-time IoT sensor data, and deploy it as an interactive R Shiny dashboard for field-level forecasting.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• Conclusion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55C2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62956" y="3703320"/>
            <a:ext cx="1463040" cy="0"/>
          </a:xfrm>
          <a:prstGeom prst="line">
            <a:avLst/>
          </a:prstGeom>
          <a:noFill/>
          <a:ln w="38100">
            <a:solidFill>
              <a:srgbClr val="D69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Crop Yield Prediction Using 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848</Words>
  <Application>Microsoft Office PowerPoint</Application>
  <PresentationFormat>Widescreen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S</cp:lastModifiedBy>
  <cp:revision>2</cp:revision>
  <dcterms:created xsi:type="dcterms:W3CDTF">2026-08-10T08:59:03Z</dcterms:created>
  <dcterms:modified xsi:type="dcterms:W3CDTF">2026-08-10T09:03:19Z</dcterms:modified>
</cp:coreProperties>
</file>